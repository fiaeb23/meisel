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5" r:id="rId1"/>
  </p:sldMasterIdLst>
  <p:sldIdLst>
    <p:sldId id="296" r:id="rId2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50" d="100"/>
          <a:sy n="50" d="100"/>
        </p:scale>
        <p:origin x="-3468" y="-14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gradFill rotWithShape="1">
          <a:gsLst>
            <a:gs pos="0">
              <a:schemeClr val="bg2">
                <a:tint val="40000"/>
                <a:satMod val="350000"/>
              </a:schemeClr>
            </a:gs>
            <a:gs pos="40000">
              <a:schemeClr val="bg2">
                <a:tint val="45000"/>
                <a:shade val="99000"/>
                <a:satMod val="350000"/>
              </a:schemeClr>
            </a:gs>
            <a:gs pos="98333">
              <a:schemeClr val="bg2">
                <a:shade val="20000"/>
                <a:satMod val="255000"/>
              </a:schemeClr>
            </a:gs>
            <a:gs pos="0">
              <a:schemeClr val="bg2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2"/>
          <p:cNvSpPr/>
          <p:nvPr userDrawn="1"/>
        </p:nvSpPr>
        <p:spPr>
          <a:xfrm>
            <a:off x="-508" y="53622"/>
            <a:ext cx="9144000" cy="6804378"/>
          </a:xfrm>
          <a:prstGeom prst="rect">
            <a:avLst/>
          </a:prstGeom>
          <a:gradFill flip="none" rotWithShape="1">
            <a:gsLst>
              <a:gs pos="8500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endParaRPr lang="de-DE" sz="1000" dirty="0">
              <a:solidFill>
                <a:prstClr val="white"/>
              </a:solidFill>
            </a:endParaRP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5000"/>
                    </a14:imgEffect>
                    <a14:imgEffect>
                      <a14:saturation sat="0"/>
                    </a14:imgEffect>
                    <a14:imgEffect>
                      <a14:brightnessContrast bright="38000" contrast="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7291"/>
          <a:stretch/>
        </p:blipFill>
        <p:spPr>
          <a:xfrm>
            <a:off x="-11542" y="1808820"/>
            <a:ext cx="8749566" cy="3577022"/>
          </a:xfrm>
          <a:prstGeom prst="rect">
            <a:avLst/>
          </a:prstGeom>
          <a:ln>
            <a:noFill/>
          </a:ln>
          <a:effectLst>
            <a:outerShdw blurRad="190500" dist="88900" dir="24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0" y="2980051"/>
            <a:ext cx="7992380" cy="1348730"/>
          </a:xfrm>
          <a:solidFill>
            <a:schemeClr val="bg1">
              <a:alpha val="59000"/>
            </a:schemeClr>
          </a:solidFill>
        </p:spPr>
        <p:txBody>
          <a:bodyPr/>
          <a:lstStyle>
            <a:lvl1pPr marL="357188" indent="0" algn="l"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 smtClean="0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0" y="4328781"/>
            <a:ext cx="7992380" cy="762583"/>
          </a:xfrm>
          <a:prstGeom prst="rect">
            <a:avLst/>
          </a:prstGeom>
        </p:spPr>
        <p:txBody>
          <a:bodyPr anchor="b"/>
          <a:lstStyle>
            <a:lvl1pPr marL="268288" indent="0" algn="l">
              <a:lnSpc>
                <a:spcPts val="19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Master-Untertitelformat bearbeiten</a:t>
            </a:r>
            <a:endParaRPr lang="de-DE" dirty="0"/>
          </a:p>
        </p:txBody>
      </p:sp>
      <p:sp>
        <p:nvSpPr>
          <p:cNvPr id="8" name="Textfeld 7"/>
          <p:cNvSpPr txBox="1"/>
          <p:nvPr userDrawn="1"/>
        </p:nvSpPr>
        <p:spPr>
          <a:xfrm rot="5400000">
            <a:off x="7540377" y="2796977"/>
            <a:ext cx="22573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r>
              <a:rPr lang="de-DE" sz="900" dirty="0">
                <a:solidFill>
                  <a:prstClr val="white"/>
                </a:solidFill>
                <a:ea typeface="ＭＳ Ｐゴシック" pitchFamily="34" charset="-128"/>
              </a:rPr>
              <a:t>© pixelio.de / Fotograf: Inna Pommeranz</a:t>
            </a:r>
            <a:endParaRPr lang="de-DE" sz="900" dirty="0">
              <a:solidFill>
                <a:prstClr val="white"/>
              </a:solidFill>
              <a:ea typeface="ＭＳ Ｐゴシック" pitchFamily="34" charset="-128"/>
            </a:endParaRPr>
          </a:p>
        </p:txBody>
      </p:sp>
      <p:pic>
        <p:nvPicPr>
          <p:cNvPr id="13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026" y="506074"/>
            <a:ext cx="2036174" cy="6198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ktangel 45"/>
          <p:cNvSpPr/>
          <p:nvPr userDrawn="1"/>
        </p:nvSpPr>
        <p:spPr bwMode="auto">
          <a:xfrm>
            <a:off x="0" y="-27384"/>
            <a:ext cx="9147175" cy="8100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defTabSz="457200">
              <a:defRPr/>
            </a:pPr>
            <a:endParaRPr lang="da-DK" kern="0">
              <a:solidFill>
                <a:sysClr val="window" lastClr="FFFFFF"/>
              </a:solidFill>
              <a:ea typeface="ＭＳ Ｐゴシック"/>
              <a:cs typeface="ＭＳ Ｐゴシック"/>
            </a:endParaRPr>
          </a:p>
        </p:txBody>
      </p:sp>
      <p:cxnSp>
        <p:nvCxnSpPr>
          <p:cNvPr id="12" name="Straight Connector 12"/>
          <p:cNvCxnSpPr/>
          <p:nvPr userDrawn="1"/>
        </p:nvCxnSpPr>
        <p:spPr>
          <a:xfrm>
            <a:off x="-11542" y="4328781"/>
            <a:ext cx="8003922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ußzeilenplatzhalter 4"/>
          <p:cNvSpPr txBox="1">
            <a:spLocks/>
          </p:cNvSpPr>
          <p:nvPr userDrawn="1"/>
        </p:nvSpPr>
        <p:spPr>
          <a:xfrm>
            <a:off x="5267666" y="5923913"/>
            <a:ext cx="3444534" cy="267974"/>
          </a:xfrm>
          <a:prstGeom prst="rect">
            <a:avLst/>
          </a:prstGeom>
        </p:spPr>
        <p:txBody>
          <a:bodyPr anchor="t"/>
          <a:lstStyle>
            <a:defPPr>
              <a:defRPr lang="de-DE"/>
            </a:defPPr>
            <a:lvl1pPr algn="ctr" defTabSz="457200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r">
              <a:defRPr/>
            </a:pPr>
            <a:r>
              <a:rPr lang="en-US" sz="1600" dirty="0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www.projektmanagement24.de</a:t>
            </a:r>
            <a:endParaRPr lang="en-US" sz="16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4" name="Fußzeilenplatzhalter 4"/>
          <p:cNvSpPr txBox="1">
            <a:spLocks/>
          </p:cNvSpPr>
          <p:nvPr userDrawn="1"/>
        </p:nvSpPr>
        <p:spPr>
          <a:xfrm>
            <a:off x="468313" y="5923913"/>
            <a:ext cx="2519511" cy="267974"/>
          </a:xfrm>
          <a:prstGeom prst="rect">
            <a:avLst/>
          </a:prstGeom>
        </p:spPr>
        <p:txBody>
          <a:bodyPr anchor="t"/>
          <a:lstStyle>
            <a:defPPr>
              <a:defRPr lang="de-DE"/>
            </a:defPPr>
            <a:lvl1pPr algn="ctr" defTabSz="457200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l">
              <a:defRPr/>
            </a:pPr>
            <a:fld id="{44AB9166-88CA-438A-AE1A-7DAEC0BA7A51}" type="datetime4">
              <a:rPr lang="de-DE" sz="16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l">
                <a:defRPr/>
              </a:pPr>
              <a:t>21. Oktober 2016</a:t>
            </a:fld>
            <a:endParaRPr lang="en-US" sz="16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pic>
        <p:nvPicPr>
          <p:cNvPr id="15" name="Pictur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15" y="507600"/>
            <a:ext cx="2036170" cy="6198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1672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">
    <p:bg>
      <p:bgPr>
        <a:gradFill flip="none" rotWithShape="1">
          <a:gsLst>
            <a:gs pos="6100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2"/>
          <p:cNvSpPr/>
          <p:nvPr userDrawn="1"/>
        </p:nvSpPr>
        <p:spPr>
          <a:xfrm>
            <a:off x="2010" y="-8621"/>
            <a:ext cx="9144000" cy="6858001"/>
          </a:xfrm>
          <a:prstGeom prst="rect">
            <a:avLst/>
          </a:prstGeom>
          <a:gradFill flip="none" rotWithShape="1">
            <a:gsLst>
              <a:gs pos="31245">
                <a:srgbClr val="FFFFFF">
                  <a:alpha val="0"/>
                </a:srgbClr>
              </a:gs>
              <a:gs pos="61000">
                <a:srgbClr val="FFFFFF">
                  <a:alpha val="0"/>
                </a:srgbClr>
              </a:gs>
              <a:gs pos="1250">
                <a:schemeClr val="bg1">
                  <a:alpha val="0"/>
                </a:schemeClr>
              </a:gs>
              <a:gs pos="70000">
                <a:schemeClr val="bg1">
                  <a:alpha val="85000"/>
                </a:schemeClr>
              </a:gs>
              <a:gs pos="77000">
                <a:srgbClr val="E5E7ED">
                  <a:alpha val="4000"/>
                </a:srgbClr>
              </a:gs>
              <a:gs pos="94000">
                <a:srgbClr val="A9B2C5">
                  <a:alpha val="36000"/>
                </a:srgbClr>
              </a:gs>
              <a:gs pos="85000">
                <a:srgbClr val="C4CAD7">
                  <a:alpha val="25000"/>
                </a:srgbClr>
              </a:gs>
              <a:gs pos="100000">
                <a:schemeClr val="accent4">
                  <a:alpha val="32000"/>
                </a:schemeClr>
              </a:gs>
            </a:gsLst>
            <a:lin ang="180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endParaRPr lang="de-DE" sz="1000" dirty="0">
              <a:solidFill>
                <a:prstClr val="white"/>
              </a:solidFill>
            </a:endParaRPr>
          </a:p>
        </p:txBody>
      </p:sp>
      <p:sp>
        <p:nvSpPr>
          <p:cNvPr id="9" name="Rektangel 45"/>
          <p:cNvSpPr/>
          <p:nvPr userDrawn="1"/>
        </p:nvSpPr>
        <p:spPr bwMode="auto">
          <a:xfrm>
            <a:off x="-3175" y="6571158"/>
            <a:ext cx="9147175" cy="2868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defTabSz="457200">
              <a:defRPr/>
            </a:pPr>
            <a:endParaRPr lang="da-DK" kern="0">
              <a:solidFill>
                <a:sysClr val="window" lastClr="FFFFFF"/>
              </a:solidFill>
              <a:ea typeface="ＭＳ Ｐゴシック"/>
              <a:cs typeface="ＭＳ Ｐゴシック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924595"/>
            <a:ext cx="1627518" cy="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71500" y="80628"/>
            <a:ext cx="9001000" cy="820086"/>
          </a:xfrm>
          <a:noFill/>
          <a:ln>
            <a:noFill/>
          </a:ln>
        </p:spPr>
        <p:txBody>
          <a:bodyPr lIns="0" rIns="0" anchor="b">
            <a:normAutofit/>
          </a:bodyPr>
          <a:lstStyle>
            <a:lvl1pPr marL="271463" indent="0" algn="l">
              <a:defRPr lang="en-US" sz="2800" b="1">
                <a:solidFill>
                  <a:prstClr val="black">
                    <a:lumMod val="75000"/>
                    <a:lumOff val="25000"/>
                  </a:prstClr>
                </a:solidFill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 lvl="0" algn="l" defTabSz="914400">
              <a:lnSpc>
                <a:spcPct val="95000"/>
              </a:lnSpc>
            </a:pPr>
            <a:r>
              <a:rPr lang="de-DE" dirty="0" smtClean="0"/>
              <a:t>Folientitel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71500" y="944456"/>
            <a:ext cx="9001000" cy="3963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>
            <a:lvl1pPr marL="271463" indent="0">
              <a:buNone/>
              <a:defRPr 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ＭＳ Ｐゴシック" pitchFamily="34" charset="-128"/>
                <a:cs typeface="+mn-cs"/>
              </a:defRPr>
            </a:lvl1pPr>
          </a:lstStyle>
          <a:p>
            <a:pPr lvl="0" defTabSz="801688">
              <a:spcBef>
                <a:spcPct val="0"/>
              </a:spcBef>
            </a:pPr>
            <a:r>
              <a:rPr lang="en-US" smtClean="0"/>
              <a:t>Untertitel</a:t>
            </a:r>
            <a:endParaRPr lang="en-US" dirty="0"/>
          </a:p>
        </p:txBody>
      </p:sp>
      <p:pic>
        <p:nvPicPr>
          <p:cNvPr id="12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060" y="6356961"/>
            <a:ext cx="1260000" cy="3844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20" y="6357600"/>
            <a:ext cx="1260000" cy="3844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feld 1"/>
          <p:cNvSpPr txBox="1"/>
          <p:nvPr userDrawn="1"/>
        </p:nvSpPr>
        <p:spPr>
          <a:xfrm>
            <a:off x="4031940" y="6572381"/>
            <a:ext cx="1044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fld id="{32541B44-0F2C-42EB-9F3F-0153DD45E14C}" type="slidenum">
              <a:rPr lang="de-DE" sz="1200">
                <a:solidFill>
                  <a:prstClr val="black"/>
                </a:solidFill>
                <a:ea typeface="ＭＳ Ｐゴシック" pitchFamily="34" charset="-128"/>
              </a:rPr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t>‹Nr.›</a:t>
            </a:fld>
            <a:endParaRPr lang="de-DE" sz="1200" dirty="0">
              <a:solidFill>
                <a:prstClr val="black"/>
              </a:solidFill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29153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bg>
      <p:bgPr>
        <a:gradFill flip="none" rotWithShape="1">
          <a:gsLst>
            <a:gs pos="6100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2"/>
          <p:cNvSpPr/>
          <p:nvPr userDrawn="1"/>
        </p:nvSpPr>
        <p:spPr>
          <a:xfrm>
            <a:off x="2010" y="-8621"/>
            <a:ext cx="9144000" cy="6858001"/>
          </a:xfrm>
          <a:prstGeom prst="rect">
            <a:avLst/>
          </a:prstGeom>
          <a:gradFill flip="none" rotWithShape="1">
            <a:gsLst>
              <a:gs pos="31245">
                <a:srgbClr val="FFFFFF">
                  <a:alpha val="0"/>
                </a:srgbClr>
              </a:gs>
              <a:gs pos="61000">
                <a:srgbClr val="FFFFFF">
                  <a:alpha val="0"/>
                </a:srgbClr>
              </a:gs>
              <a:gs pos="1250">
                <a:schemeClr val="bg1">
                  <a:alpha val="0"/>
                </a:schemeClr>
              </a:gs>
              <a:gs pos="70000">
                <a:schemeClr val="bg1">
                  <a:alpha val="85000"/>
                </a:schemeClr>
              </a:gs>
              <a:gs pos="77000">
                <a:srgbClr val="E5E7ED">
                  <a:alpha val="4000"/>
                </a:srgbClr>
              </a:gs>
              <a:gs pos="94000">
                <a:srgbClr val="A9B2C5">
                  <a:alpha val="36000"/>
                </a:srgbClr>
              </a:gs>
              <a:gs pos="85000">
                <a:srgbClr val="C4CAD7">
                  <a:alpha val="25000"/>
                </a:srgbClr>
              </a:gs>
              <a:gs pos="100000">
                <a:schemeClr val="accent4">
                  <a:alpha val="32000"/>
                </a:schemeClr>
              </a:gs>
            </a:gsLst>
            <a:lin ang="180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endParaRPr lang="de-DE" sz="1000" dirty="0">
              <a:solidFill>
                <a:prstClr val="white"/>
              </a:solidFill>
            </a:endParaRPr>
          </a:p>
        </p:txBody>
      </p:sp>
      <p:sp>
        <p:nvSpPr>
          <p:cNvPr id="9" name="Rektangel 45"/>
          <p:cNvSpPr/>
          <p:nvPr userDrawn="1"/>
        </p:nvSpPr>
        <p:spPr bwMode="auto">
          <a:xfrm>
            <a:off x="-3175" y="6571158"/>
            <a:ext cx="9147175" cy="2868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defTabSz="457200">
              <a:defRPr/>
            </a:pPr>
            <a:endParaRPr lang="da-DK" kern="0">
              <a:solidFill>
                <a:sysClr val="window" lastClr="FFFFFF"/>
              </a:solidFill>
              <a:ea typeface="ＭＳ Ｐゴシック"/>
              <a:cs typeface="ＭＳ Ｐゴシック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924595"/>
            <a:ext cx="1627518" cy="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71500" y="80628"/>
            <a:ext cx="9001000" cy="820086"/>
          </a:xfrm>
          <a:noFill/>
          <a:ln>
            <a:noFill/>
          </a:ln>
        </p:spPr>
        <p:txBody>
          <a:bodyPr lIns="0" rIns="0" anchor="b">
            <a:normAutofit/>
          </a:bodyPr>
          <a:lstStyle>
            <a:lvl1pPr marL="271463" indent="0" algn="l">
              <a:defRPr lang="en-US" sz="2800" b="1">
                <a:solidFill>
                  <a:prstClr val="black">
                    <a:lumMod val="75000"/>
                    <a:lumOff val="25000"/>
                  </a:prstClr>
                </a:solidFill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 lvl="0" algn="l" defTabSz="914400">
              <a:lnSpc>
                <a:spcPct val="95000"/>
              </a:lnSpc>
            </a:pPr>
            <a:r>
              <a:rPr lang="de-DE" dirty="0" smtClean="0"/>
              <a:t>Folientitel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71500" y="944456"/>
            <a:ext cx="9001000" cy="3963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>
            <a:lvl1pPr marL="271463" indent="0">
              <a:buNone/>
              <a:defRPr 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ＭＳ Ｐゴシック" pitchFamily="34" charset="-128"/>
                <a:cs typeface="+mn-cs"/>
              </a:defRPr>
            </a:lvl1pPr>
          </a:lstStyle>
          <a:p>
            <a:pPr lvl="0" defTabSz="801688">
              <a:spcBef>
                <a:spcPct val="0"/>
              </a:spcBef>
            </a:pPr>
            <a:r>
              <a:rPr lang="en-US" smtClean="0"/>
              <a:t>Untertitel</a:t>
            </a:r>
            <a:endParaRPr lang="en-US" dirty="0"/>
          </a:p>
        </p:txBody>
      </p:sp>
      <p:pic>
        <p:nvPicPr>
          <p:cNvPr id="14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060" y="6356961"/>
            <a:ext cx="1260000" cy="3844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20" y="6357600"/>
            <a:ext cx="1260000" cy="3844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468313" y="1773238"/>
            <a:ext cx="8255000" cy="41402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18" name="Textfeld 17"/>
          <p:cNvSpPr txBox="1"/>
          <p:nvPr userDrawn="1"/>
        </p:nvSpPr>
        <p:spPr>
          <a:xfrm>
            <a:off x="4031940" y="6572381"/>
            <a:ext cx="1044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fld id="{32541B44-0F2C-42EB-9F3F-0153DD45E14C}" type="slidenum">
              <a:rPr lang="de-DE" sz="1200">
                <a:solidFill>
                  <a:prstClr val="black"/>
                </a:solidFill>
                <a:ea typeface="ＭＳ Ｐゴシック" pitchFamily="34" charset="-128"/>
              </a:rPr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t>‹Nr.›</a:t>
            </a:fld>
            <a:endParaRPr lang="de-DE" sz="1200" dirty="0">
              <a:solidFill>
                <a:prstClr val="black"/>
              </a:solidFill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076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de-DE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CB6AEC71-1722-46E1-9EBE-B3289EB5A8F6}" type="datetime1">
              <a:rPr lang="de-DE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21.10.2016</a:t>
            </a:fld>
            <a:endParaRPr lang="de-DE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de-DE" dirty="0" smtClean="0">
                <a:solidFill>
                  <a:prstClr val="black">
                    <a:tint val="75000"/>
                  </a:prstClr>
                </a:solidFill>
                <a:latin typeface="Calibri" pitchFamily="34" charset="0"/>
                <a:ea typeface="ＭＳ Ｐゴシック" pitchFamily="34" charset="-128"/>
              </a:rPr>
              <a:t>www.projektmanagement24.de</a:t>
            </a:r>
            <a:endParaRPr dirty="0">
              <a:solidFill>
                <a:prstClr val="black">
                  <a:tint val="75000"/>
                </a:prstClr>
              </a:solidFill>
              <a:latin typeface="Calibri" pitchFamily="34" charset="0"/>
              <a:ea typeface="ＭＳ Ｐゴシック" pitchFamily="34" charset="-128"/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CBA02468-0A6B-4602-B6AE-CE5AA20555FD}" type="slidenum">
              <a:rPr lang="de-DE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‹Nr.›</a:t>
            </a:fld>
            <a:endParaRPr lang="de-DE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5558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9144000" cy="101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b"/>
          <a:lstStyle/>
          <a:p>
            <a:pPr marL="271463" lvl="0" indent="0" algn="l" defTabSz="914400">
              <a:lnSpc>
                <a:spcPct val="95000"/>
              </a:lnSpc>
            </a:pPr>
            <a:r>
              <a:rPr lang="de-DE" altLang="de-DE" dirty="0" smtClean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409576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lang="de-DE" altLang="de-DE" sz="3000" b="1" kern="1200" smtClean="0">
          <a:solidFill>
            <a:prstClr val="black">
              <a:lumMod val="75000"/>
              <a:lumOff val="25000"/>
            </a:prstClr>
          </a:solidFill>
          <a:latin typeface="Arial" charset="0"/>
          <a:ea typeface="ＭＳ Ｐゴシック" charset="-128"/>
          <a:cs typeface="+mn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Netzplan </a:t>
            </a:r>
            <a:endParaRPr lang="de-DE" dirty="0"/>
          </a:p>
        </p:txBody>
      </p:sp>
      <p:sp>
        <p:nvSpPr>
          <p:cNvPr id="88" name="Textplatzhalter 8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113" name="Gruppieren 112"/>
          <p:cNvGrpSpPr/>
          <p:nvPr/>
        </p:nvGrpSpPr>
        <p:grpSpPr>
          <a:xfrm>
            <a:off x="457200" y="3104964"/>
            <a:ext cx="1404156" cy="900100"/>
            <a:chOff x="457200" y="3104964"/>
            <a:chExt cx="1404156" cy="900100"/>
          </a:xfrm>
        </p:grpSpPr>
        <p:sp>
          <p:nvSpPr>
            <p:cNvPr id="8" name="Rechteck 7"/>
            <p:cNvSpPr/>
            <p:nvPr/>
          </p:nvSpPr>
          <p:spPr>
            <a:xfrm>
              <a:off x="457200" y="3104964"/>
              <a:ext cx="1404156" cy="90010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5400000" scaled="0"/>
            </a:gradFill>
            <a:ln>
              <a:solidFill>
                <a:schemeClr val="bg1">
                  <a:lumMod val="6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57150" h="3175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9" name="Rechteck 8"/>
            <p:cNvSpPr/>
            <p:nvPr/>
          </p:nvSpPr>
          <p:spPr>
            <a:xfrm>
              <a:off x="529208" y="3320988"/>
              <a:ext cx="1260140" cy="25202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  <a:gs pos="19000">
                  <a:schemeClr val="accent1"/>
                </a:gs>
                <a:gs pos="94000">
                  <a:schemeClr val="accent1">
                    <a:lumMod val="20000"/>
                    <a:lumOff val="80000"/>
                  </a:schemeClr>
                </a:gs>
              </a:gsLst>
              <a:lin ang="162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white"/>
                  </a:solidFill>
                </a:rPr>
                <a:t>Planung</a:t>
              </a:r>
              <a:endParaRPr lang="de-DE" sz="1000" dirty="0">
                <a:solidFill>
                  <a:prstClr val="white"/>
                </a:solidFill>
              </a:endParaRPr>
            </a:p>
          </p:txBody>
        </p:sp>
        <p:sp>
          <p:nvSpPr>
            <p:cNvPr id="10" name="Rechteck 9"/>
            <p:cNvSpPr/>
            <p:nvPr/>
          </p:nvSpPr>
          <p:spPr>
            <a:xfrm>
              <a:off x="529208" y="3140968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1</a:t>
              </a:r>
              <a:endParaRPr lang="de-DE" sz="1000" dirty="0">
                <a:solidFill>
                  <a:prstClr val="black"/>
                </a:solidFill>
              </a:endParaRPr>
            </a:p>
          </p:txBody>
        </p:sp>
        <p:sp>
          <p:nvSpPr>
            <p:cNvPr id="11" name="Rechteck 10"/>
            <p:cNvSpPr/>
            <p:nvPr/>
          </p:nvSpPr>
          <p:spPr>
            <a:xfrm>
              <a:off x="1393304" y="3140968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3</a:t>
              </a:r>
            </a:p>
          </p:txBody>
        </p:sp>
        <p:sp>
          <p:nvSpPr>
            <p:cNvPr id="12" name="Rechteck 11"/>
            <p:cNvSpPr/>
            <p:nvPr/>
          </p:nvSpPr>
          <p:spPr>
            <a:xfrm>
              <a:off x="529208" y="3609020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0</a:t>
              </a:r>
              <a:endParaRPr lang="de-DE" sz="1000" dirty="0">
                <a:solidFill>
                  <a:prstClr val="black"/>
                </a:solidFill>
              </a:endParaRPr>
            </a:p>
          </p:txBody>
        </p:sp>
        <p:sp>
          <p:nvSpPr>
            <p:cNvPr id="13" name="Rechteck 12"/>
            <p:cNvSpPr/>
            <p:nvPr/>
          </p:nvSpPr>
          <p:spPr>
            <a:xfrm>
              <a:off x="1393304" y="3609020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3</a:t>
              </a:r>
              <a:endParaRPr lang="de-DE" sz="1000" dirty="0">
                <a:solidFill>
                  <a:prstClr val="black"/>
                </a:solidFill>
              </a:endParaRPr>
            </a:p>
          </p:txBody>
        </p:sp>
        <p:sp>
          <p:nvSpPr>
            <p:cNvPr id="14" name="Rechteck 13"/>
            <p:cNvSpPr/>
            <p:nvPr/>
          </p:nvSpPr>
          <p:spPr>
            <a:xfrm>
              <a:off x="961256" y="3609020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0</a:t>
              </a:r>
              <a:endParaRPr lang="de-DE" sz="1000" dirty="0">
                <a:solidFill>
                  <a:prstClr val="black"/>
                </a:solidFill>
              </a:endParaRPr>
            </a:p>
          </p:txBody>
        </p:sp>
        <p:sp>
          <p:nvSpPr>
            <p:cNvPr id="15" name="Rechteck 14"/>
            <p:cNvSpPr/>
            <p:nvPr/>
          </p:nvSpPr>
          <p:spPr>
            <a:xfrm>
              <a:off x="529208" y="3789040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0</a:t>
              </a:r>
              <a:endParaRPr lang="de-DE" sz="1000" dirty="0">
                <a:solidFill>
                  <a:prstClr val="black"/>
                </a:solidFill>
              </a:endParaRPr>
            </a:p>
          </p:txBody>
        </p:sp>
        <p:sp>
          <p:nvSpPr>
            <p:cNvPr id="16" name="Rechteck 15"/>
            <p:cNvSpPr/>
            <p:nvPr/>
          </p:nvSpPr>
          <p:spPr>
            <a:xfrm>
              <a:off x="1393304" y="3789040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3</a:t>
              </a:r>
              <a:endParaRPr lang="de-DE" sz="1000" dirty="0">
                <a:solidFill>
                  <a:prstClr val="black"/>
                </a:solidFill>
              </a:endParaRPr>
            </a:p>
          </p:txBody>
        </p:sp>
        <p:sp>
          <p:nvSpPr>
            <p:cNvPr id="17" name="Rechteck 16"/>
            <p:cNvSpPr/>
            <p:nvPr/>
          </p:nvSpPr>
          <p:spPr>
            <a:xfrm>
              <a:off x="961256" y="3789040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0</a:t>
              </a:r>
              <a:endParaRPr lang="de-DE" sz="10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12" name="Gruppieren 111"/>
          <p:cNvGrpSpPr/>
          <p:nvPr/>
        </p:nvGrpSpPr>
        <p:grpSpPr>
          <a:xfrm>
            <a:off x="2195736" y="2188411"/>
            <a:ext cx="1404156" cy="900100"/>
            <a:chOff x="2195736" y="2188411"/>
            <a:chExt cx="1404156" cy="900100"/>
          </a:xfrm>
        </p:grpSpPr>
        <p:sp>
          <p:nvSpPr>
            <p:cNvPr id="19" name="Rechteck 18"/>
            <p:cNvSpPr/>
            <p:nvPr/>
          </p:nvSpPr>
          <p:spPr>
            <a:xfrm>
              <a:off x="2195736" y="2188411"/>
              <a:ext cx="1404156" cy="90010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5400000" scaled="0"/>
            </a:gradFill>
            <a:ln>
              <a:solidFill>
                <a:schemeClr val="bg1">
                  <a:lumMod val="6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57150" h="3175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0" name="Rechteck 19"/>
            <p:cNvSpPr/>
            <p:nvPr/>
          </p:nvSpPr>
          <p:spPr>
            <a:xfrm>
              <a:off x="2267744" y="2404435"/>
              <a:ext cx="1260140" cy="25202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  <a:gs pos="19000">
                  <a:schemeClr val="accent1"/>
                </a:gs>
                <a:gs pos="94000">
                  <a:schemeClr val="accent1">
                    <a:lumMod val="20000"/>
                    <a:lumOff val="80000"/>
                  </a:schemeClr>
                </a:gs>
              </a:gsLst>
              <a:lin ang="162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white"/>
                  </a:solidFill>
                </a:rPr>
                <a:t>Verkaufsunterlagen</a:t>
              </a:r>
              <a:endParaRPr lang="de-DE" sz="1000" dirty="0">
                <a:solidFill>
                  <a:prstClr val="white"/>
                </a:solidFill>
              </a:endParaRPr>
            </a:p>
          </p:txBody>
        </p:sp>
        <p:sp>
          <p:nvSpPr>
            <p:cNvPr id="21" name="Rechteck 20"/>
            <p:cNvSpPr/>
            <p:nvPr/>
          </p:nvSpPr>
          <p:spPr>
            <a:xfrm>
              <a:off x="2267744" y="2224415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2</a:t>
              </a:r>
            </a:p>
          </p:txBody>
        </p:sp>
        <p:sp>
          <p:nvSpPr>
            <p:cNvPr id="22" name="Rechteck 21"/>
            <p:cNvSpPr/>
            <p:nvPr/>
          </p:nvSpPr>
          <p:spPr>
            <a:xfrm>
              <a:off x="3131840" y="2224415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3</a:t>
              </a:r>
            </a:p>
          </p:txBody>
        </p:sp>
        <p:sp>
          <p:nvSpPr>
            <p:cNvPr id="23" name="Rechteck 22"/>
            <p:cNvSpPr/>
            <p:nvPr/>
          </p:nvSpPr>
          <p:spPr>
            <a:xfrm>
              <a:off x="2267744" y="2692467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3</a:t>
              </a:r>
            </a:p>
          </p:txBody>
        </p:sp>
        <p:sp>
          <p:nvSpPr>
            <p:cNvPr id="24" name="Rechteck 23"/>
            <p:cNvSpPr/>
            <p:nvPr/>
          </p:nvSpPr>
          <p:spPr>
            <a:xfrm>
              <a:off x="3131840" y="2692467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6</a:t>
              </a:r>
            </a:p>
          </p:txBody>
        </p:sp>
        <p:sp>
          <p:nvSpPr>
            <p:cNvPr id="25" name="Rechteck 24"/>
            <p:cNvSpPr/>
            <p:nvPr/>
          </p:nvSpPr>
          <p:spPr>
            <a:xfrm>
              <a:off x="2699792" y="2692467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0</a:t>
              </a:r>
            </a:p>
          </p:txBody>
        </p:sp>
        <p:sp>
          <p:nvSpPr>
            <p:cNvPr id="26" name="Rechteck 25"/>
            <p:cNvSpPr/>
            <p:nvPr/>
          </p:nvSpPr>
          <p:spPr>
            <a:xfrm>
              <a:off x="2267744" y="2872487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3</a:t>
              </a:r>
            </a:p>
          </p:txBody>
        </p:sp>
        <p:sp>
          <p:nvSpPr>
            <p:cNvPr id="27" name="Rechteck 26"/>
            <p:cNvSpPr/>
            <p:nvPr/>
          </p:nvSpPr>
          <p:spPr>
            <a:xfrm>
              <a:off x="3131840" y="2872487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6</a:t>
              </a:r>
            </a:p>
          </p:txBody>
        </p:sp>
        <p:sp>
          <p:nvSpPr>
            <p:cNvPr id="28" name="Rechteck 27"/>
            <p:cNvSpPr/>
            <p:nvPr/>
          </p:nvSpPr>
          <p:spPr>
            <a:xfrm>
              <a:off x="2699792" y="2872487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0</a:t>
              </a:r>
            </a:p>
          </p:txBody>
        </p:sp>
      </p:grpSp>
      <p:grpSp>
        <p:nvGrpSpPr>
          <p:cNvPr id="3" name="Gruppieren 2"/>
          <p:cNvGrpSpPr/>
          <p:nvPr/>
        </p:nvGrpSpPr>
        <p:grpSpPr>
          <a:xfrm>
            <a:off x="2206098" y="3789040"/>
            <a:ext cx="1404156" cy="900100"/>
            <a:chOff x="2206098" y="3789040"/>
            <a:chExt cx="1404156" cy="900100"/>
          </a:xfrm>
        </p:grpSpPr>
        <p:sp>
          <p:nvSpPr>
            <p:cNvPr id="30" name="Rechteck 29"/>
            <p:cNvSpPr/>
            <p:nvPr/>
          </p:nvSpPr>
          <p:spPr>
            <a:xfrm>
              <a:off x="2206098" y="3789040"/>
              <a:ext cx="1404156" cy="90010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5400000" scaled="0"/>
            </a:gradFill>
            <a:ln>
              <a:solidFill>
                <a:schemeClr val="bg1">
                  <a:lumMod val="6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57150" h="3175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1" name="Rechteck 30"/>
            <p:cNvSpPr/>
            <p:nvPr/>
          </p:nvSpPr>
          <p:spPr>
            <a:xfrm>
              <a:off x="2278106" y="4005064"/>
              <a:ext cx="1260140" cy="25202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  <a:gs pos="19000">
                  <a:schemeClr val="accent1"/>
                </a:gs>
                <a:gs pos="94000">
                  <a:schemeClr val="accent1">
                    <a:lumMod val="20000"/>
                    <a:lumOff val="80000"/>
                  </a:schemeClr>
                </a:gs>
              </a:gsLst>
              <a:lin ang="162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white"/>
                  </a:solidFill>
                </a:rPr>
                <a:t>Recherche + Fotos</a:t>
              </a:r>
              <a:endParaRPr lang="de-DE" sz="1000" dirty="0">
                <a:solidFill>
                  <a:prstClr val="white"/>
                </a:solidFill>
              </a:endParaRPr>
            </a:p>
          </p:txBody>
        </p:sp>
        <p:sp>
          <p:nvSpPr>
            <p:cNvPr id="32" name="Rechteck 31"/>
            <p:cNvSpPr/>
            <p:nvPr/>
          </p:nvSpPr>
          <p:spPr>
            <a:xfrm>
              <a:off x="2278106" y="3825044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4</a:t>
              </a:r>
            </a:p>
          </p:txBody>
        </p:sp>
        <p:sp>
          <p:nvSpPr>
            <p:cNvPr id="33" name="Rechteck 32"/>
            <p:cNvSpPr/>
            <p:nvPr/>
          </p:nvSpPr>
          <p:spPr>
            <a:xfrm>
              <a:off x="3142202" y="3825044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5</a:t>
              </a:r>
            </a:p>
          </p:txBody>
        </p:sp>
        <p:sp>
          <p:nvSpPr>
            <p:cNvPr id="34" name="Rechteck 33"/>
            <p:cNvSpPr/>
            <p:nvPr/>
          </p:nvSpPr>
          <p:spPr>
            <a:xfrm>
              <a:off x="2278106" y="429309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3</a:t>
              </a:r>
            </a:p>
          </p:txBody>
        </p:sp>
        <p:sp>
          <p:nvSpPr>
            <p:cNvPr id="35" name="Rechteck 34"/>
            <p:cNvSpPr/>
            <p:nvPr/>
          </p:nvSpPr>
          <p:spPr>
            <a:xfrm>
              <a:off x="3142202" y="429309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8</a:t>
              </a:r>
            </a:p>
          </p:txBody>
        </p:sp>
        <p:sp>
          <p:nvSpPr>
            <p:cNvPr id="36" name="Rechteck 35"/>
            <p:cNvSpPr/>
            <p:nvPr/>
          </p:nvSpPr>
          <p:spPr>
            <a:xfrm>
              <a:off x="2710154" y="429309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8</a:t>
              </a:r>
            </a:p>
          </p:txBody>
        </p:sp>
        <p:sp>
          <p:nvSpPr>
            <p:cNvPr id="37" name="Rechteck 36"/>
            <p:cNvSpPr/>
            <p:nvPr/>
          </p:nvSpPr>
          <p:spPr>
            <a:xfrm>
              <a:off x="2278106" y="447311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11</a:t>
              </a:r>
            </a:p>
          </p:txBody>
        </p:sp>
        <p:sp>
          <p:nvSpPr>
            <p:cNvPr id="38" name="Rechteck 37"/>
            <p:cNvSpPr/>
            <p:nvPr/>
          </p:nvSpPr>
          <p:spPr>
            <a:xfrm>
              <a:off x="3142202" y="447311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16</a:t>
              </a:r>
            </a:p>
          </p:txBody>
        </p:sp>
        <p:sp>
          <p:nvSpPr>
            <p:cNvPr id="39" name="Rechteck 38"/>
            <p:cNvSpPr/>
            <p:nvPr/>
          </p:nvSpPr>
          <p:spPr>
            <a:xfrm>
              <a:off x="2710154" y="447311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0</a:t>
              </a:r>
            </a:p>
          </p:txBody>
        </p:sp>
      </p:grpSp>
      <p:grpSp>
        <p:nvGrpSpPr>
          <p:cNvPr id="4" name="Gruppieren 3"/>
          <p:cNvGrpSpPr/>
          <p:nvPr/>
        </p:nvGrpSpPr>
        <p:grpSpPr>
          <a:xfrm>
            <a:off x="3949570" y="2188800"/>
            <a:ext cx="1404156" cy="900100"/>
            <a:chOff x="3949570" y="2188800"/>
            <a:chExt cx="1404156" cy="900100"/>
          </a:xfrm>
        </p:grpSpPr>
        <p:sp>
          <p:nvSpPr>
            <p:cNvPr id="41" name="Rechteck 40"/>
            <p:cNvSpPr/>
            <p:nvPr/>
          </p:nvSpPr>
          <p:spPr>
            <a:xfrm>
              <a:off x="3949570" y="2188800"/>
              <a:ext cx="1404156" cy="90010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5400000" scaled="0"/>
            </a:gradFill>
            <a:ln>
              <a:solidFill>
                <a:schemeClr val="bg1">
                  <a:lumMod val="6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57150" h="3175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2" name="Rechteck 41"/>
            <p:cNvSpPr/>
            <p:nvPr/>
          </p:nvSpPr>
          <p:spPr>
            <a:xfrm>
              <a:off x="4021578" y="2404824"/>
              <a:ext cx="1260140" cy="25202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  <a:gs pos="19000">
                  <a:schemeClr val="accent1"/>
                </a:gs>
                <a:gs pos="94000">
                  <a:schemeClr val="accent1">
                    <a:lumMod val="20000"/>
                    <a:lumOff val="80000"/>
                  </a:schemeClr>
                </a:gs>
              </a:gsLst>
              <a:lin ang="162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white"/>
                  </a:solidFill>
                </a:rPr>
                <a:t>Sponsorenakquise</a:t>
              </a:r>
              <a:endParaRPr lang="de-DE" sz="1000" dirty="0">
                <a:solidFill>
                  <a:prstClr val="white"/>
                </a:solidFill>
              </a:endParaRPr>
            </a:p>
          </p:txBody>
        </p:sp>
        <p:sp>
          <p:nvSpPr>
            <p:cNvPr id="43" name="Rechteck 42"/>
            <p:cNvSpPr/>
            <p:nvPr/>
          </p:nvSpPr>
          <p:spPr>
            <a:xfrm>
              <a:off x="4021578" y="2224804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3</a:t>
              </a:r>
            </a:p>
          </p:txBody>
        </p:sp>
        <p:sp>
          <p:nvSpPr>
            <p:cNvPr id="44" name="Rechteck 43"/>
            <p:cNvSpPr/>
            <p:nvPr/>
          </p:nvSpPr>
          <p:spPr>
            <a:xfrm>
              <a:off x="4885674" y="2224804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15</a:t>
              </a:r>
            </a:p>
          </p:txBody>
        </p:sp>
        <p:sp>
          <p:nvSpPr>
            <p:cNvPr id="45" name="Rechteck 44"/>
            <p:cNvSpPr/>
            <p:nvPr/>
          </p:nvSpPr>
          <p:spPr>
            <a:xfrm>
              <a:off x="4021578" y="269285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6</a:t>
              </a:r>
            </a:p>
          </p:txBody>
        </p:sp>
        <p:sp>
          <p:nvSpPr>
            <p:cNvPr id="46" name="Rechteck 45"/>
            <p:cNvSpPr/>
            <p:nvPr/>
          </p:nvSpPr>
          <p:spPr>
            <a:xfrm>
              <a:off x="4885674" y="269285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21</a:t>
              </a:r>
            </a:p>
          </p:txBody>
        </p:sp>
        <p:sp>
          <p:nvSpPr>
            <p:cNvPr id="47" name="Rechteck 46"/>
            <p:cNvSpPr/>
            <p:nvPr/>
          </p:nvSpPr>
          <p:spPr>
            <a:xfrm>
              <a:off x="4453626" y="269285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0</a:t>
              </a:r>
            </a:p>
          </p:txBody>
        </p:sp>
        <p:sp>
          <p:nvSpPr>
            <p:cNvPr id="48" name="Rechteck 47"/>
            <p:cNvSpPr/>
            <p:nvPr/>
          </p:nvSpPr>
          <p:spPr>
            <a:xfrm>
              <a:off x="4021578" y="287287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6</a:t>
              </a:r>
            </a:p>
          </p:txBody>
        </p:sp>
        <p:sp>
          <p:nvSpPr>
            <p:cNvPr id="49" name="Rechteck 48"/>
            <p:cNvSpPr/>
            <p:nvPr/>
          </p:nvSpPr>
          <p:spPr>
            <a:xfrm>
              <a:off x="4885674" y="287287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21</a:t>
              </a:r>
            </a:p>
          </p:txBody>
        </p:sp>
        <p:sp>
          <p:nvSpPr>
            <p:cNvPr id="50" name="Rechteck 49"/>
            <p:cNvSpPr/>
            <p:nvPr/>
          </p:nvSpPr>
          <p:spPr>
            <a:xfrm>
              <a:off x="4453626" y="287287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0</a:t>
              </a:r>
            </a:p>
          </p:txBody>
        </p:sp>
      </p:grpSp>
      <p:grpSp>
        <p:nvGrpSpPr>
          <p:cNvPr id="7" name="Gruppieren 6"/>
          <p:cNvGrpSpPr/>
          <p:nvPr/>
        </p:nvGrpSpPr>
        <p:grpSpPr>
          <a:xfrm>
            <a:off x="3959932" y="3789040"/>
            <a:ext cx="1404156" cy="900100"/>
            <a:chOff x="3959932" y="3789040"/>
            <a:chExt cx="1404156" cy="900100"/>
          </a:xfrm>
        </p:grpSpPr>
        <p:sp>
          <p:nvSpPr>
            <p:cNvPr id="52" name="Rechteck 51"/>
            <p:cNvSpPr/>
            <p:nvPr/>
          </p:nvSpPr>
          <p:spPr>
            <a:xfrm>
              <a:off x="3959932" y="3789040"/>
              <a:ext cx="1404156" cy="90010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5400000" scaled="0"/>
            </a:gradFill>
            <a:ln>
              <a:solidFill>
                <a:schemeClr val="bg1">
                  <a:lumMod val="6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57150" h="3175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53" name="Rechteck 52"/>
            <p:cNvSpPr/>
            <p:nvPr/>
          </p:nvSpPr>
          <p:spPr>
            <a:xfrm>
              <a:off x="4031940" y="4005064"/>
              <a:ext cx="1260140" cy="25202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  <a:gs pos="19000">
                  <a:schemeClr val="accent1"/>
                </a:gs>
                <a:gs pos="94000">
                  <a:schemeClr val="accent1">
                    <a:lumMod val="20000"/>
                    <a:lumOff val="80000"/>
                  </a:schemeClr>
                </a:gs>
              </a:gsLst>
              <a:lin ang="162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white"/>
                  </a:solidFill>
                </a:rPr>
                <a:t>Redaktion</a:t>
              </a:r>
              <a:endParaRPr lang="de-DE" sz="1000" dirty="0">
                <a:solidFill>
                  <a:prstClr val="white"/>
                </a:solidFill>
              </a:endParaRPr>
            </a:p>
          </p:txBody>
        </p:sp>
        <p:sp>
          <p:nvSpPr>
            <p:cNvPr id="54" name="Rechteck 53"/>
            <p:cNvSpPr/>
            <p:nvPr/>
          </p:nvSpPr>
          <p:spPr>
            <a:xfrm>
              <a:off x="4031940" y="3825044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5</a:t>
              </a:r>
            </a:p>
          </p:txBody>
        </p:sp>
        <p:sp>
          <p:nvSpPr>
            <p:cNvPr id="55" name="Rechteck 54"/>
            <p:cNvSpPr/>
            <p:nvPr/>
          </p:nvSpPr>
          <p:spPr>
            <a:xfrm>
              <a:off x="4896036" y="3825044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5</a:t>
              </a:r>
            </a:p>
          </p:txBody>
        </p:sp>
        <p:sp>
          <p:nvSpPr>
            <p:cNvPr id="56" name="Rechteck 55"/>
            <p:cNvSpPr/>
            <p:nvPr/>
          </p:nvSpPr>
          <p:spPr>
            <a:xfrm>
              <a:off x="4031940" y="429309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8</a:t>
              </a:r>
            </a:p>
          </p:txBody>
        </p:sp>
        <p:sp>
          <p:nvSpPr>
            <p:cNvPr id="57" name="Rechteck 56"/>
            <p:cNvSpPr/>
            <p:nvPr/>
          </p:nvSpPr>
          <p:spPr>
            <a:xfrm>
              <a:off x="4896036" y="429309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13</a:t>
              </a:r>
            </a:p>
          </p:txBody>
        </p:sp>
        <p:sp>
          <p:nvSpPr>
            <p:cNvPr id="58" name="Rechteck 57"/>
            <p:cNvSpPr/>
            <p:nvPr/>
          </p:nvSpPr>
          <p:spPr>
            <a:xfrm>
              <a:off x="4463988" y="429309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8</a:t>
              </a:r>
            </a:p>
          </p:txBody>
        </p:sp>
        <p:sp>
          <p:nvSpPr>
            <p:cNvPr id="59" name="Rechteck 58"/>
            <p:cNvSpPr/>
            <p:nvPr/>
          </p:nvSpPr>
          <p:spPr>
            <a:xfrm>
              <a:off x="4031940" y="447311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16</a:t>
              </a:r>
            </a:p>
          </p:txBody>
        </p:sp>
        <p:sp>
          <p:nvSpPr>
            <p:cNvPr id="60" name="Rechteck 59"/>
            <p:cNvSpPr/>
            <p:nvPr/>
          </p:nvSpPr>
          <p:spPr>
            <a:xfrm>
              <a:off x="4896036" y="447311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21</a:t>
              </a:r>
            </a:p>
          </p:txBody>
        </p:sp>
        <p:sp>
          <p:nvSpPr>
            <p:cNvPr id="61" name="Rechteck 60"/>
            <p:cNvSpPr/>
            <p:nvPr/>
          </p:nvSpPr>
          <p:spPr>
            <a:xfrm>
              <a:off x="4463988" y="447311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8</a:t>
              </a:r>
            </a:p>
          </p:txBody>
        </p:sp>
      </p:grpSp>
      <p:grpSp>
        <p:nvGrpSpPr>
          <p:cNvPr id="18" name="Gruppieren 17"/>
          <p:cNvGrpSpPr/>
          <p:nvPr/>
        </p:nvGrpSpPr>
        <p:grpSpPr>
          <a:xfrm>
            <a:off x="5652120" y="3068960"/>
            <a:ext cx="1404156" cy="900100"/>
            <a:chOff x="5652120" y="3068960"/>
            <a:chExt cx="1404156" cy="900100"/>
          </a:xfrm>
        </p:grpSpPr>
        <p:sp>
          <p:nvSpPr>
            <p:cNvPr id="63" name="Rechteck 62"/>
            <p:cNvSpPr/>
            <p:nvPr/>
          </p:nvSpPr>
          <p:spPr>
            <a:xfrm>
              <a:off x="5652120" y="3068960"/>
              <a:ext cx="1404156" cy="90010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5400000" scaled="0"/>
            </a:gradFill>
            <a:ln>
              <a:solidFill>
                <a:schemeClr val="bg1">
                  <a:lumMod val="6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57150" h="3175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64" name="Rechteck 63"/>
            <p:cNvSpPr/>
            <p:nvPr/>
          </p:nvSpPr>
          <p:spPr>
            <a:xfrm>
              <a:off x="5724128" y="3284984"/>
              <a:ext cx="1260140" cy="25202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  <a:gs pos="19000">
                  <a:schemeClr val="accent1"/>
                </a:gs>
                <a:gs pos="94000">
                  <a:schemeClr val="accent1">
                    <a:lumMod val="20000"/>
                    <a:lumOff val="80000"/>
                  </a:schemeClr>
                </a:gs>
              </a:gsLst>
              <a:lin ang="162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white"/>
                  </a:solidFill>
                </a:rPr>
                <a:t>Layout</a:t>
              </a:r>
              <a:endParaRPr lang="de-DE" sz="1000" dirty="0">
                <a:solidFill>
                  <a:prstClr val="white"/>
                </a:solidFill>
              </a:endParaRPr>
            </a:p>
          </p:txBody>
        </p:sp>
        <p:sp>
          <p:nvSpPr>
            <p:cNvPr id="65" name="Rechteck 64"/>
            <p:cNvSpPr/>
            <p:nvPr/>
          </p:nvSpPr>
          <p:spPr>
            <a:xfrm>
              <a:off x="5724128" y="3104964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6</a:t>
              </a:r>
            </a:p>
          </p:txBody>
        </p:sp>
        <p:sp>
          <p:nvSpPr>
            <p:cNvPr id="66" name="Rechteck 65"/>
            <p:cNvSpPr/>
            <p:nvPr/>
          </p:nvSpPr>
          <p:spPr>
            <a:xfrm>
              <a:off x="6588224" y="3104964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3</a:t>
              </a:r>
            </a:p>
          </p:txBody>
        </p:sp>
        <p:sp>
          <p:nvSpPr>
            <p:cNvPr id="67" name="Rechteck 66"/>
            <p:cNvSpPr/>
            <p:nvPr/>
          </p:nvSpPr>
          <p:spPr>
            <a:xfrm>
              <a:off x="5724128" y="357301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21</a:t>
              </a:r>
            </a:p>
          </p:txBody>
        </p:sp>
        <p:sp>
          <p:nvSpPr>
            <p:cNvPr id="68" name="Rechteck 67"/>
            <p:cNvSpPr/>
            <p:nvPr/>
          </p:nvSpPr>
          <p:spPr>
            <a:xfrm>
              <a:off x="6588224" y="357301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24</a:t>
              </a:r>
            </a:p>
          </p:txBody>
        </p:sp>
        <p:sp>
          <p:nvSpPr>
            <p:cNvPr id="69" name="Rechteck 68"/>
            <p:cNvSpPr/>
            <p:nvPr/>
          </p:nvSpPr>
          <p:spPr>
            <a:xfrm>
              <a:off x="6156176" y="357301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0</a:t>
              </a:r>
            </a:p>
          </p:txBody>
        </p:sp>
        <p:sp>
          <p:nvSpPr>
            <p:cNvPr id="70" name="Rechteck 69"/>
            <p:cNvSpPr/>
            <p:nvPr/>
          </p:nvSpPr>
          <p:spPr>
            <a:xfrm>
              <a:off x="5724128" y="375303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21</a:t>
              </a:r>
            </a:p>
          </p:txBody>
        </p:sp>
        <p:sp>
          <p:nvSpPr>
            <p:cNvPr id="71" name="Rechteck 70"/>
            <p:cNvSpPr/>
            <p:nvPr/>
          </p:nvSpPr>
          <p:spPr>
            <a:xfrm>
              <a:off x="6588224" y="375303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24</a:t>
              </a:r>
            </a:p>
          </p:txBody>
        </p:sp>
        <p:sp>
          <p:nvSpPr>
            <p:cNvPr id="72" name="Rechteck 71"/>
            <p:cNvSpPr/>
            <p:nvPr/>
          </p:nvSpPr>
          <p:spPr>
            <a:xfrm>
              <a:off x="6156176" y="375303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0</a:t>
              </a:r>
            </a:p>
          </p:txBody>
        </p:sp>
      </p:grpSp>
      <p:grpSp>
        <p:nvGrpSpPr>
          <p:cNvPr id="29" name="Gruppieren 28"/>
          <p:cNvGrpSpPr/>
          <p:nvPr/>
        </p:nvGrpSpPr>
        <p:grpSpPr>
          <a:xfrm>
            <a:off x="7263809" y="3068960"/>
            <a:ext cx="1404156" cy="900100"/>
            <a:chOff x="7263809" y="3068960"/>
            <a:chExt cx="1404156" cy="900100"/>
          </a:xfrm>
        </p:grpSpPr>
        <p:sp>
          <p:nvSpPr>
            <p:cNvPr id="74" name="Rechteck 73"/>
            <p:cNvSpPr/>
            <p:nvPr/>
          </p:nvSpPr>
          <p:spPr>
            <a:xfrm>
              <a:off x="7263809" y="3068960"/>
              <a:ext cx="1404156" cy="90010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5400000" scaled="0"/>
            </a:gradFill>
            <a:ln>
              <a:solidFill>
                <a:schemeClr val="bg1">
                  <a:lumMod val="6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57150" h="3175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75" name="Rechteck 74"/>
            <p:cNvSpPr/>
            <p:nvPr/>
          </p:nvSpPr>
          <p:spPr>
            <a:xfrm>
              <a:off x="7335817" y="3284984"/>
              <a:ext cx="1260140" cy="25202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  <a:gs pos="19000">
                  <a:schemeClr val="accent1"/>
                </a:gs>
                <a:gs pos="94000">
                  <a:schemeClr val="accent1">
                    <a:lumMod val="20000"/>
                    <a:lumOff val="80000"/>
                  </a:schemeClr>
                </a:gs>
              </a:gsLst>
              <a:lin ang="162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white"/>
                  </a:solidFill>
                </a:rPr>
                <a:t>Druck</a:t>
              </a:r>
              <a:endParaRPr lang="de-DE" sz="1000" dirty="0">
                <a:solidFill>
                  <a:prstClr val="white"/>
                </a:solidFill>
              </a:endParaRPr>
            </a:p>
          </p:txBody>
        </p:sp>
        <p:sp>
          <p:nvSpPr>
            <p:cNvPr id="76" name="Rechteck 75"/>
            <p:cNvSpPr/>
            <p:nvPr/>
          </p:nvSpPr>
          <p:spPr>
            <a:xfrm>
              <a:off x="7335817" y="3104964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7</a:t>
              </a:r>
            </a:p>
          </p:txBody>
        </p:sp>
        <p:sp>
          <p:nvSpPr>
            <p:cNvPr id="77" name="Rechteck 76"/>
            <p:cNvSpPr/>
            <p:nvPr/>
          </p:nvSpPr>
          <p:spPr>
            <a:xfrm>
              <a:off x="8199913" y="3104964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3</a:t>
              </a:r>
            </a:p>
          </p:txBody>
        </p:sp>
        <p:sp>
          <p:nvSpPr>
            <p:cNvPr id="78" name="Rechteck 77"/>
            <p:cNvSpPr/>
            <p:nvPr/>
          </p:nvSpPr>
          <p:spPr>
            <a:xfrm>
              <a:off x="7335817" y="357301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24</a:t>
              </a:r>
            </a:p>
          </p:txBody>
        </p:sp>
        <p:sp>
          <p:nvSpPr>
            <p:cNvPr id="79" name="Rechteck 78"/>
            <p:cNvSpPr/>
            <p:nvPr/>
          </p:nvSpPr>
          <p:spPr>
            <a:xfrm>
              <a:off x="8199913" y="357301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27</a:t>
              </a:r>
            </a:p>
          </p:txBody>
        </p:sp>
        <p:sp>
          <p:nvSpPr>
            <p:cNvPr id="80" name="Rechteck 79"/>
            <p:cNvSpPr/>
            <p:nvPr/>
          </p:nvSpPr>
          <p:spPr>
            <a:xfrm>
              <a:off x="7767865" y="357301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0</a:t>
              </a:r>
            </a:p>
          </p:txBody>
        </p:sp>
        <p:sp>
          <p:nvSpPr>
            <p:cNvPr id="81" name="Rechteck 80"/>
            <p:cNvSpPr/>
            <p:nvPr/>
          </p:nvSpPr>
          <p:spPr>
            <a:xfrm>
              <a:off x="7335817" y="375303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24</a:t>
              </a:r>
            </a:p>
          </p:txBody>
        </p:sp>
        <p:sp>
          <p:nvSpPr>
            <p:cNvPr id="82" name="Rechteck 81"/>
            <p:cNvSpPr/>
            <p:nvPr/>
          </p:nvSpPr>
          <p:spPr>
            <a:xfrm>
              <a:off x="8199913" y="375303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27</a:t>
              </a:r>
            </a:p>
          </p:txBody>
        </p:sp>
        <p:sp>
          <p:nvSpPr>
            <p:cNvPr id="83" name="Rechteck 82"/>
            <p:cNvSpPr/>
            <p:nvPr/>
          </p:nvSpPr>
          <p:spPr>
            <a:xfrm>
              <a:off x="7767865" y="375303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0</a:t>
              </a:r>
            </a:p>
          </p:txBody>
        </p:sp>
      </p:grpSp>
      <p:cxnSp>
        <p:nvCxnSpPr>
          <p:cNvPr id="85" name="Gewinkelte Verbindung 84"/>
          <p:cNvCxnSpPr>
            <a:stCxn id="8" idx="3"/>
            <a:endCxn id="19" idx="1"/>
          </p:cNvCxnSpPr>
          <p:nvPr/>
        </p:nvCxnSpPr>
        <p:spPr>
          <a:xfrm flipV="1">
            <a:off x="1861356" y="2638461"/>
            <a:ext cx="334380" cy="916553"/>
          </a:xfrm>
          <a:prstGeom prst="bentConnector3">
            <a:avLst/>
          </a:prstGeom>
          <a:ln w="6350">
            <a:solidFill>
              <a:schemeClr val="bg2">
                <a:lumMod val="50000"/>
              </a:schemeClr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winkelte Verbindung 86"/>
          <p:cNvCxnSpPr>
            <a:stCxn id="8" idx="3"/>
            <a:endCxn id="30" idx="1"/>
          </p:cNvCxnSpPr>
          <p:nvPr/>
        </p:nvCxnSpPr>
        <p:spPr>
          <a:xfrm>
            <a:off x="1861356" y="3555014"/>
            <a:ext cx="344742" cy="684076"/>
          </a:xfrm>
          <a:prstGeom prst="bentConnector3">
            <a:avLst/>
          </a:prstGeom>
          <a:ln w="6350">
            <a:solidFill>
              <a:schemeClr val="bg2">
                <a:lumMod val="50000"/>
              </a:schemeClr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Gerade Verbindung mit Pfeil 92"/>
          <p:cNvCxnSpPr>
            <a:stCxn id="19" idx="3"/>
            <a:endCxn id="41" idx="1"/>
          </p:cNvCxnSpPr>
          <p:nvPr/>
        </p:nvCxnSpPr>
        <p:spPr>
          <a:xfrm>
            <a:off x="3599892" y="2638461"/>
            <a:ext cx="349678" cy="389"/>
          </a:xfrm>
          <a:prstGeom prst="straightConnector1">
            <a:avLst/>
          </a:prstGeom>
          <a:ln w="6350">
            <a:solidFill>
              <a:schemeClr val="bg2">
                <a:lumMod val="50000"/>
              </a:schemeClr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mit Pfeil 97"/>
          <p:cNvCxnSpPr>
            <a:stCxn id="30" idx="3"/>
            <a:endCxn id="52" idx="1"/>
          </p:cNvCxnSpPr>
          <p:nvPr/>
        </p:nvCxnSpPr>
        <p:spPr>
          <a:xfrm>
            <a:off x="3610254" y="4239090"/>
            <a:ext cx="349678" cy="0"/>
          </a:xfrm>
          <a:prstGeom prst="straightConnector1">
            <a:avLst/>
          </a:prstGeom>
          <a:ln w="6350">
            <a:solidFill>
              <a:schemeClr val="bg2">
                <a:lumMod val="50000"/>
              </a:schemeClr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winkelte Verbindung 99"/>
          <p:cNvCxnSpPr>
            <a:stCxn id="41" idx="3"/>
            <a:endCxn id="63" idx="1"/>
          </p:cNvCxnSpPr>
          <p:nvPr/>
        </p:nvCxnSpPr>
        <p:spPr>
          <a:xfrm>
            <a:off x="5353726" y="2638850"/>
            <a:ext cx="298394" cy="880160"/>
          </a:xfrm>
          <a:prstGeom prst="bentConnector3">
            <a:avLst/>
          </a:prstGeom>
          <a:ln w="6350">
            <a:solidFill>
              <a:schemeClr val="bg2">
                <a:lumMod val="50000"/>
              </a:schemeClr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Gewinkelte Verbindung 101"/>
          <p:cNvCxnSpPr>
            <a:stCxn id="52" idx="3"/>
            <a:endCxn id="63" idx="1"/>
          </p:cNvCxnSpPr>
          <p:nvPr/>
        </p:nvCxnSpPr>
        <p:spPr>
          <a:xfrm flipV="1">
            <a:off x="5364088" y="3519010"/>
            <a:ext cx="288032" cy="720080"/>
          </a:xfrm>
          <a:prstGeom prst="bentConnector3">
            <a:avLst>
              <a:gd name="adj1" fmla="val 47795"/>
            </a:avLst>
          </a:prstGeom>
          <a:ln w="6350">
            <a:solidFill>
              <a:schemeClr val="bg2">
                <a:lumMod val="50000"/>
              </a:schemeClr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 Verbindung mit Pfeil 103"/>
          <p:cNvCxnSpPr>
            <a:stCxn id="63" idx="3"/>
            <a:endCxn id="74" idx="1"/>
          </p:cNvCxnSpPr>
          <p:nvPr/>
        </p:nvCxnSpPr>
        <p:spPr>
          <a:xfrm>
            <a:off x="7056276" y="3519010"/>
            <a:ext cx="207533" cy="0"/>
          </a:xfrm>
          <a:prstGeom prst="straightConnector1">
            <a:avLst/>
          </a:prstGeom>
          <a:ln w="6350">
            <a:solidFill>
              <a:schemeClr val="bg2">
                <a:lumMod val="50000"/>
              </a:schemeClr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Gruppieren 39"/>
          <p:cNvGrpSpPr/>
          <p:nvPr/>
        </p:nvGrpSpPr>
        <p:grpSpPr>
          <a:xfrm>
            <a:off x="7263809" y="5121188"/>
            <a:ext cx="1404156" cy="900100"/>
            <a:chOff x="7263809" y="5195900"/>
            <a:chExt cx="1404156" cy="900100"/>
          </a:xfrm>
        </p:grpSpPr>
        <p:sp>
          <p:nvSpPr>
            <p:cNvPr id="91" name="Rechteck 90"/>
            <p:cNvSpPr/>
            <p:nvPr/>
          </p:nvSpPr>
          <p:spPr>
            <a:xfrm>
              <a:off x="7263809" y="5195900"/>
              <a:ext cx="1404156" cy="90010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5400000" scaled="0"/>
            </a:gradFill>
            <a:ln>
              <a:solidFill>
                <a:schemeClr val="bg1">
                  <a:lumMod val="6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57150" h="3175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 defTabSz="457200" fontAlgn="base">
                <a:spcBef>
                  <a:spcPct val="0"/>
                </a:spcBef>
                <a:spcAft>
                  <a:spcPct val="0"/>
                </a:spcAft>
              </a:pPr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92" name="Rechteck 91"/>
            <p:cNvSpPr/>
            <p:nvPr/>
          </p:nvSpPr>
          <p:spPr>
            <a:xfrm>
              <a:off x="7335817" y="5411924"/>
              <a:ext cx="1260140" cy="25202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  <a:gs pos="19000">
                  <a:schemeClr val="accent1"/>
                </a:gs>
                <a:gs pos="94000">
                  <a:schemeClr val="accent1">
                    <a:lumMod val="20000"/>
                    <a:lumOff val="80000"/>
                  </a:schemeClr>
                </a:gs>
              </a:gsLst>
              <a:lin ang="162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white"/>
                  </a:solidFill>
                </a:rPr>
                <a:t>&lt;Aktivität&gt;</a:t>
              </a:r>
              <a:endParaRPr lang="de-DE" sz="1000" dirty="0">
                <a:solidFill>
                  <a:prstClr val="white"/>
                </a:solidFill>
              </a:endParaRPr>
            </a:p>
          </p:txBody>
        </p:sp>
        <p:sp>
          <p:nvSpPr>
            <p:cNvPr id="94" name="Rechteck 93"/>
            <p:cNvSpPr/>
            <p:nvPr/>
          </p:nvSpPr>
          <p:spPr>
            <a:xfrm>
              <a:off x="7335817" y="5231904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Nr.</a:t>
              </a:r>
            </a:p>
          </p:txBody>
        </p:sp>
        <p:sp>
          <p:nvSpPr>
            <p:cNvPr id="95" name="Rechteck 94"/>
            <p:cNvSpPr/>
            <p:nvPr/>
          </p:nvSpPr>
          <p:spPr>
            <a:xfrm>
              <a:off x="8199913" y="5231904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D</a:t>
              </a:r>
            </a:p>
          </p:txBody>
        </p:sp>
        <p:sp>
          <p:nvSpPr>
            <p:cNvPr id="96" name="Rechteck 95"/>
            <p:cNvSpPr/>
            <p:nvPr/>
          </p:nvSpPr>
          <p:spPr>
            <a:xfrm>
              <a:off x="7335817" y="569995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FAZ</a:t>
              </a:r>
            </a:p>
          </p:txBody>
        </p:sp>
        <p:sp>
          <p:nvSpPr>
            <p:cNvPr id="97" name="Rechteck 96"/>
            <p:cNvSpPr/>
            <p:nvPr/>
          </p:nvSpPr>
          <p:spPr>
            <a:xfrm>
              <a:off x="8199913" y="569995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FEZ</a:t>
              </a:r>
            </a:p>
          </p:txBody>
        </p:sp>
        <p:sp>
          <p:nvSpPr>
            <p:cNvPr id="99" name="Rechteck 98"/>
            <p:cNvSpPr/>
            <p:nvPr/>
          </p:nvSpPr>
          <p:spPr>
            <a:xfrm>
              <a:off x="7767865" y="569995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GP</a:t>
              </a:r>
            </a:p>
          </p:txBody>
        </p:sp>
        <p:sp>
          <p:nvSpPr>
            <p:cNvPr id="101" name="Rechteck 100"/>
            <p:cNvSpPr/>
            <p:nvPr/>
          </p:nvSpPr>
          <p:spPr>
            <a:xfrm>
              <a:off x="7335817" y="587997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SAZ</a:t>
              </a:r>
            </a:p>
          </p:txBody>
        </p:sp>
        <p:sp>
          <p:nvSpPr>
            <p:cNvPr id="103" name="Rechteck 102"/>
            <p:cNvSpPr/>
            <p:nvPr/>
          </p:nvSpPr>
          <p:spPr>
            <a:xfrm>
              <a:off x="8199913" y="587997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SEZ</a:t>
              </a:r>
            </a:p>
          </p:txBody>
        </p:sp>
        <p:sp>
          <p:nvSpPr>
            <p:cNvPr id="105" name="Rechteck 104"/>
            <p:cNvSpPr/>
            <p:nvPr/>
          </p:nvSpPr>
          <p:spPr>
            <a:xfrm>
              <a:off x="7767865" y="5879976"/>
              <a:ext cx="396044" cy="144016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5400000" scaled="0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000" dirty="0">
                  <a:solidFill>
                    <a:prstClr val="black"/>
                  </a:solidFill>
                </a:rPr>
                <a:t>FP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0288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-Design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chemeClr val="accent6"/>
            </a:gs>
            <a:gs pos="100000">
              <a:schemeClr val="accent6">
                <a:tint val="44500"/>
                <a:satMod val="160000"/>
                <a:lumMod val="65000"/>
              </a:schemeClr>
            </a:gs>
          </a:gsLst>
          <a:lin ang="16200000" scaled="1"/>
          <a:tileRect/>
        </a:gradFill>
      </a:spPr>
      <a:bodyPr rtlCol="0" anchor="ctr"/>
      <a:lstStyle>
        <a:defPPr algn="ctr">
          <a:defRPr sz="1000"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2">
              <a:lumMod val="50000"/>
            </a:schemeClr>
          </a:solidFill>
          <a:headEnd type="none" w="med" len="med"/>
          <a:tailEnd type="triangle" w="med" len="med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Bildschirmpräsentation (4:3)</PresentationFormat>
  <Paragraphs>73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1_Office-Design</vt:lpstr>
      <vt:lpstr>Netzplan </vt:lpstr>
    </vt:vector>
  </TitlesOfParts>
  <Company>Mediengruppe Aschendorff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Projektauftrag</dc:title>
  <dc:creator>Elling, Marco</dc:creator>
  <cp:lastModifiedBy>Elling, Marco</cp:lastModifiedBy>
  <cp:revision>40</cp:revision>
  <dcterms:created xsi:type="dcterms:W3CDTF">2016-10-21T09:22:55Z</dcterms:created>
  <dcterms:modified xsi:type="dcterms:W3CDTF">2016-10-21T09:48:38Z</dcterms:modified>
</cp:coreProperties>
</file>